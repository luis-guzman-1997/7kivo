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gradFill rotWithShape="1">
            <a:gsLst>
              <a:gs pos="0">
                <a:srgbClr val="2C2022"/>
              </a:gs>
              <a:gs pos="100000">
                <a:srgbClr val="121214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200" y="-7315200"/>
            <a:ext cx="14630400" cy="14630400"/>
          </a:xfrm>
          <a:prstGeom prst="ellipse">
            <a:avLst/>
          </a:prstGeom>
          <a:solidFill>
            <a:srgbClr val="52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00" cy="256032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662368"/>
            <a:ext cx="21945600" cy="256032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594360"/>
            <a:ext cx="19385280" cy="8046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40" y="1234440"/>
            <a:ext cx="7652118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01200" y="6492240"/>
            <a:ext cx="2743200" cy="54864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19" y="6812280"/>
            <a:ext cx="18653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 spc="30">
                <a:solidFill>
                  <a:srgbClr val="141417"/>
                </a:solidFill>
                <a:latin typeface="Arial"/>
              </a:rPr>
              <a:t>EN CALUCO Y ALREDEDORES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9189720"/>
            <a:ext cx="193852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 i="0" spc="40">
                <a:solidFill>
                  <a:srgbClr val="FFFFFF"/>
                </a:solidFill>
                <a:latin typeface="Arial"/>
              </a:rPr>
              <a:t>ESTE NEGOCIO ES PARTE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0469880"/>
            <a:ext cx="1938528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800" b="1" i="0">
                <a:solidFill>
                  <a:srgbClr val="E21B22"/>
                </a:solidFill>
                <a:latin typeface="Arial"/>
              </a:rPr>
              <a:t>CALUCO</a:t>
            </a:r>
          </a:p>
          <a:p>
            <a:pPr algn="ctr">
              <a:lnSpc>
                <a:spcPct val="95000"/>
              </a:lnSpc>
            </a:pPr>
            <a:r>
              <a:rPr sz="10800" b="1" i="0">
                <a:solidFill>
                  <a:srgbClr val="E21B22"/>
                </a:solidFill>
                <a:latin typeface="Arial"/>
              </a:rPr>
              <a:t>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721840"/>
            <a:ext cx="19385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1">
                <a:solidFill>
                  <a:srgbClr val="FAB005"/>
                </a:solidFill>
                <a:latin typeface="Arial"/>
              </a:rPr>
              <a:t>“Lo pedís, lo llevamos.”</a:t>
            </a:r>
          </a:p>
        </p:txBody>
      </p:sp>
      <p:pic>
        <p:nvPicPr>
          <p:cNvPr id="13" name="Picture 12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16230600"/>
            <a:ext cx="7863840" cy="52425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280160" y="21976080"/>
            <a:ext cx="19385280" cy="1043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22479000"/>
            <a:ext cx="18653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 spc="30">
                <a:solidFill>
                  <a:srgbClr val="E21B22"/>
                </a:solidFill>
                <a:latin typeface="Arial"/>
              </a:rPr>
              <a:t>ESCRIBINOS POR WHATSAPP</a:t>
            </a:r>
          </a:p>
        </p:txBody>
      </p:sp>
      <p:pic>
        <p:nvPicPr>
          <p:cNvPr id="16" name="Picture 15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3530559"/>
            <a:ext cx="6035040" cy="6035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29794199"/>
            <a:ext cx="1865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0" i="1">
                <a:solidFill>
                  <a:srgbClr val="68686E"/>
                </a:solidFill>
                <a:latin typeface="Arial"/>
              </a:rPr>
              <a:t>Escaneá y escribinos al instante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0342839"/>
            <a:ext cx="8412480" cy="1828800"/>
          </a:xfrm>
          <a:prstGeom prst="roundRect">
            <a:avLst>
              <a:gd name="adj" fmla="val 50000"/>
            </a:avLst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6600" y="30617159"/>
            <a:ext cx="1280160" cy="128016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hatsapp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0800039"/>
            <a:ext cx="914399" cy="9143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95360" y="30342839"/>
            <a:ext cx="6309359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+503 7718-1930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