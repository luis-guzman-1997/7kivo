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15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4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352800" cy="7772400"/>
          </a:xfrm>
          <a:prstGeom prst="rect">
            <a:avLst/>
          </a:prstGeom>
          <a:gradFill rotWithShape="1">
            <a:gsLst>
              <a:gs pos="0">
                <a:srgbClr val="E21B22"/>
              </a:gs>
              <a:gs pos="100000">
                <a:srgbClr val="B51218"/>
              </a:gs>
            </a:gsLst>
            <a:lin ang="15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352800" y="0"/>
            <a:ext cx="3352800" cy="777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05600" y="0"/>
            <a:ext cx="3371088" cy="777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8746215" y="-1947672"/>
            <a:ext cx="3108960" cy="3108960"/>
          </a:xfrm>
          <a:prstGeom prst="ellipse">
            <a:avLst/>
          </a:prstGeom>
          <a:solidFill>
            <a:srgbClr val="E715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-1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918" y="544068"/>
            <a:ext cx="2164162" cy="1325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79920" y="2578608"/>
            <a:ext cx="2804160" cy="1490472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E21B22"/>
              </a:gs>
              <a:gs pos="100000">
                <a:srgbClr val="B01117"/>
              </a:gs>
            </a:gsLst>
            <a:lin ang="16200000" scaled="0"/>
          </a:gradFill>
          <a:ln>
            <a:noFill/>
          </a:ln>
          <a:effectLst>
            <a:outerShdw blurRad="82296" dist="41148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17080" y="2816352"/>
            <a:ext cx="2529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spc="40">
                <a:solidFill>
                  <a:srgbClr val="FFFFFF"/>
                </a:solidFill>
                <a:latin typeface="Rubik"/>
              </a:rPr>
              <a:t>¡INICIAMOS OPERACIONES!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7080" y="3163824"/>
            <a:ext cx="2529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Rubik"/>
              </a:rPr>
              <a:t>1 DE JULIO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7080" y="3639312"/>
            <a:ext cx="2529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spc="300">
                <a:solidFill>
                  <a:srgbClr val="FAB005"/>
                </a:solidFill>
                <a:latin typeface="Rubik"/>
              </a:rPr>
              <a:t>2 0 2 6</a:t>
            </a:r>
          </a:p>
        </p:txBody>
      </p:sp>
      <p:pic>
        <p:nvPicPr>
          <p:cNvPr id="12" name="Picture 11" descr="image-1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614" y="5265829"/>
            <a:ext cx="2057400" cy="140929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071360" y="4343400"/>
            <a:ext cx="2676142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82296" dist="41148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05556" y="4354551"/>
            <a:ext cx="16916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1417"/>
                </a:solidFill>
                <a:latin typeface="Rubik"/>
              </a:rPr>
              <a:t>+503 7718-1930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9920" y="2212848"/>
            <a:ext cx="2804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/>
              </a:rPr>
              <a:t>Delivery · </a:t>
            </a:r>
            <a:r>
              <a:rPr sz="11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/>
              </a:rPr>
              <a:t>Mandados</a:t>
            </a:r>
            <a:r>
              <a:rPr sz="11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/>
              </a:rPr>
              <a:t> · Transporte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3696" y="548640"/>
            <a:ext cx="273100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41417"/>
                </a:solidFill>
                <a:latin typeface="Rubik"/>
              </a:rPr>
              <a:t>SOBRE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21B22"/>
                </a:solidFill>
                <a:latin typeface="Rubik"/>
              </a:rPr>
              <a:t>NOSOTROS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63696" y="1572768"/>
            <a:ext cx="777240" cy="64008"/>
          </a:xfrm>
          <a:prstGeom prst="rect">
            <a:avLst/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63696" y="1828800"/>
            <a:ext cx="2731007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04044"/>
                </a:solidFill>
                <a:latin typeface="Segoe UI"/>
              </a:rPr>
              <a:t>Tu servicio de </a:t>
            </a:r>
            <a:r>
              <a:rPr sz="1200" b="1" i="0">
                <a:solidFill>
                  <a:srgbClr val="141417"/>
                </a:solidFill>
                <a:latin typeface="Segoe UI"/>
              </a:rPr>
              <a:t>delivery, mandados y transporte</a:t>
            </a:r>
            <a:r>
              <a:rPr sz="1200" b="0" i="0">
                <a:solidFill>
                  <a:srgbClr val="404044"/>
                </a:solidFill>
                <a:latin typeface="Segoe UI"/>
              </a:rPr>
              <a:t> en Caluco y sus alrededores. Lo que necesités, te lo llevamos rápido y seguro, hasta la puerta de tu casa.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63696" y="3200400"/>
            <a:ext cx="1874519" cy="548640"/>
          </a:xfrm>
          <a:prstGeom prst="roundRect">
            <a:avLst>
              <a:gd name="adj" fmla="val 50000"/>
            </a:avLst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63696" y="3200400"/>
            <a:ext cx="187451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AB005"/>
                </a:solidFill>
                <a:latin typeface="Segoe UI"/>
              </a:rPr>
              <a:t>● </a:t>
            </a:r>
            <a:r>
              <a:rPr sz="1300" b="1" i="0" spc="50">
                <a:solidFill>
                  <a:srgbClr val="FFFFFF"/>
                </a:solidFill>
                <a:latin typeface="Rubik"/>
              </a:rPr>
              <a:t>ABIERTO 24/7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3696" y="3822191"/>
            <a:ext cx="27310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8686E"/>
                </a:solidFill>
                <a:latin typeface="Segoe UI"/>
              </a:rPr>
              <a:t>Todos los días, a toda hora.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3696" y="4315968"/>
            <a:ext cx="2731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20">
                <a:solidFill>
                  <a:srgbClr val="E21B22"/>
                </a:solidFill>
                <a:latin typeface="Rubik"/>
              </a:rPr>
              <a:t>COBERTURA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3696" y="4617720"/>
            <a:ext cx="2731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41417"/>
                </a:solidFill>
                <a:latin typeface="Segoe UI"/>
              </a:rPr>
              <a:t>Caluco, Sonsonate y alrededores.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3696" y="5212080"/>
            <a:ext cx="2731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20">
                <a:solidFill>
                  <a:srgbClr val="E21B22"/>
                </a:solidFill>
                <a:latin typeface="Rubik"/>
              </a:rPr>
              <a:t>NUESTRA FLOTA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63696" y="5532120"/>
            <a:ext cx="818896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AE6E0"/>
            </a:solidFill>
          </a:ln>
          <a:effectLst>
            <a:outerShdw blurRad="82296" dist="41148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on-m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144" y="5592120"/>
            <a:ext cx="420000" cy="420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63696" y="6053328"/>
            <a:ext cx="818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1417"/>
                </a:solidFill>
                <a:latin typeface="Rubik"/>
              </a:rPr>
              <a:t>Moto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9752" y="5532120"/>
            <a:ext cx="818896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AE6E0"/>
            </a:solidFill>
          </a:ln>
          <a:effectLst>
            <a:outerShdw blurRad="82296" dist="41148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con-c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200" y="5592120"/>
            <a:ext cx="420000" cy="420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19752" y="6053328"/>
            <a:ext cx="818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1417"/>
                </a:solidFill>
                <a:latin typeface="Rubik"/>
              </a:rPr>
              <a:t>Cuté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5808" y="5532120"/>
            <a:ext cx="818896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AE6E0"/>
            </a:solidFill>
          </a:ln>
          <a:effectLst>
            <a:outerShdw blurRad="82296" dist="41148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con-pick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5256" y="5592120"/>
            <a:ext cx="420000" cy="420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75808" y="6053328"/>
            <a:ext cx="818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1417"/>
                </a:solidFill>
                <a:latin typeface="Rubik"/>
              </a:rPr>
              <a:t>Pickup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63696" y="6903720"/>
            <a:ext cx="273100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1">
                <a:solidFill>
                  <a:srgbClr val="E21B22"/>
                </a:solidFill>
                <a:latin typeface="Rubik"/>
              </a:rPr>
              <a:t>“Lo pedís, lo llevamos.”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" y="566928"/>
            <a:ext cx="273100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dirty="0">
                <a:solidFill>
                  <a:srgbClr val="FFFFFF"/>
                </a:solidFill>
                <a:latin typeface="Rubik"/>
              </a:rPr>
              <a:t>CONT</a:t>
            </a:r>
            <a:r>
              <a:rPr lang="es-ES" sz="2100" b="1" dirty="0">
                <a:solidFill>
                  <a:srgbClr val="FFFFFF"/>
                </a:solidFill>
                <a:latin typeface="Rubik"/>
              </a:rPr>
              <a:t>A</a:t>
            </a:r>
            <a:r>
              <a:rPr sz="2100" b="1" i="0" dirty="0">
                <a:solidFill>
                  <a:srgbClr val="FFFFFF"/>
                </a:solidFill>
                <a:latin typeface="Rubik"/>
              </a:rPr>
              <a:t>CTANOS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" y="1170432"/>
            <a:ext cx="777240" cy="64008"/>
          </a:xfrm>
          <a:prstGeom prst="rect">
            <a:avLst/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10896" y="1627632"/>
            <a:ext cx="273100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 dirty="0" err="1">
                <a:solidFill>
                  <a:srgbClr val="FFE6DA"/>
                </a:solidFill>
                <a:latin typeface="Segoe UI"/>
              </a:rPr>
              <a:t>Pedí</a:t>
            </a:r>
            <a:r>
              <a:rPr sz="1150" b="0" i="0" dirty="0">
                <a:solidFill>
                  <a:srgbClr val="FFE6D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E6DA"/>
                </a:solidFill>
                <a:latin typeface="Segoe UI"/>
              </a:rPr>
              <a:t>por</a:t>
            </a:r>
            <a:r>
              <a:rPr sz="1150" b="0" i="0" dirty="0">
                <a:solidFill>
                  <a:srgbClr val="FFE6DA"/>
                </a:solidFill>
                <a:latin typeface="Segoe UI"/>
              </a:rPr>
              <a:t> WhatsApp y </a:t>
            </a:r>
            <a:r>
              <a:rPr sz="1150" b="0" i="0" dirty="0" err="1">
                <a:solidFill>
                  <a:srgbClr val="FFE6DA"/>
                </a:solidFill>
                <a:latin typeface="Segoe UI"/>
              </a:rPr>
              <a:t>nosotros</a:t>
            </a:r>
            <a:r>
              <a:rPr sz="1150" b="0" i="0" dirty="0">
                <a:solidFill>
                  <a:srgbClr val="FFE6D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E6DA"/>
                </a:solidFill>
                <a:latin typeface="Segoe UI"/>
              </a:rPr>
              <a:t>nos</a:t>
            </a:r>
            <a:r>
              <a:rPr sz="1150" b="0" i="0" dirty="0">
                <a:solidFill>
                  <a:srgbClr val="FFE6D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E6DA"/>
                </a:solidFill>
                <a:latin typeface="Segoe UI"/>
              </a:rPr>
              <a:t>encargamos</a:t>
            </a:r>
            <a:r>
              <a:rPr sz="1150" b="0" i="0" dirty="0">
                <a:solidFill>
                  <a:srgbClr val="FFE6DA"/>
                </a:solidFill>
                <a:latin typeface="Segoe UI"/>
              </a:rPr>
              <a:t> de </a:t>
            </a:r>
            <a:r>
              <a:rPr sz="1150" b="0" i="0" dirty="0" err="1">
                <a:solidFill>
                  <a:srgbClr val="FFE6DA"/>
                </a:solidFill>
                <a:latin typeface="Segoe UI"/>
              </a:rPr>
              <a:t>todo</a:t>
            </a:r>
            <a:r>
              <a:rPr sz="1150" b="0" i="0" dirty="0">
                <a:solidFill>
                  <a:srgbClr val="FFE6DA"/>
                </a:solidFill>
                <a:latin typeface="Segoe UI"/>
              </a:rPr>
              <a:t>.</a:t>
            </a:r>
          </a:p>
        </p:txBody>
      </p:sp>
      <p:sp>
        <p:nvSpPr>
          <p:cNvPr id="40" name="Oval 39"/>
          <p:cNvSpPr/>
          <p:nvPr/>
        </p:nvSpPr>
        <p:spPr>
          <a:xfrm>
            <a:off x="310896" y="2304288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54864" dist="27432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-1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076" y="2294128"/>
            <a:ext cx="627644" cy="6276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79524" y="2331720"/>
            <a:ext cx="1999487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60" dirty="0">
                <a:solidFill>
                  <a:srgbClr val="FAB005"/>
                </a:solidFill>
                <a:latin typeface="Rubik"/>
              </a:rPr>
              <a:t>ESCRIB</a:t>
            </a:r>
            <a:r>
              <a:rPr lang="es-ES" sz="950" b="1" spc="60" dirty="0">
                <a:solidFill>
                  <a:srgbClr val="FAB005"/>
                </a:solidFill>
                <a:latin typeface="Rubik"/>
              </a:rPr>
              <a:t>E</a:t>
            </a:r>
            <a:r>
              <a:rPr sz="950" b="1" i="0" spc="60" dirty="0">
                <a:solidFill>
                  <a:srgbClr val="FAB005"/>
                </a:solidFill>
                <a:latin typeface="Rubik"/>
              </a:rPr>
              <a:t>NOS POR WHATSAPP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1236" y="2578608"/>
            <a:ext cx="199948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 dirty="0">
                <a:solidFill>
                  <a:srgbClr val="FFFFFF"/>
                </a:solidFill>
                <a:latin typeface="Rubik"/>
              </a:rPr>
              <a:t>+503 7718-1930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4860" y="3383280"/>
            <a:ext cx="17830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82296" dist="41148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qr_w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308" y="3538728"/>
            <a:ext cx="1472184" cy="147218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10896" y="5221224"/>
            <a:ext cx="2731007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 dirty="0" err="1">
                <a:solidFill>
                  <a:srgbClr val="FFE6DA"/>
                </a:solidFill>
                <a:latin typeface="Segoe UI"/>
              </a:rPr>
              <a:t>Escaneá</a:t>
            </a:r>
            <a:r>
              <a:rPr sz="1050" b="0" i="1" dirty="0">
                <a:solidFill>
                  <a:srgbClr val="FFE6DA"/>
                </a:solidFill>
                <a:latin typeface="Segoe UI"/>
              </a:rPr>
              <a:t> y </a:t>
            </a:r>
            <a:r>
              <a:rPr sz="1050" b="0" i="1" dirty="0" err="1">
                <a:solidFill>
                  <a:srgbClr val="FFE6DA"/>
                </a:solidFill>
                <a:latin typeface="Segoe UI"/>
              </a:rPr>
              <a:t>escrib</a:t>
            </a:r>
            <a:r>
              <a:rPr lang="es-ES" sz="1050" b="0" i="1" dirty="0">
                <a:solidFill>
                  <a:srgbClr val="FFE6DA"/>
                </a:solidFill>
                <a:latin typeface="Segoe UI"/>
              </a:rPr>
              <a:t>e</a:t>
            </a:r>
            <a:r>
              <a:rPr sz="1050" b="0" i="1" dirty="0" err="1">
                <a:solidFill>
                  <a:srgbClr val="FFE6DA"/>
                </a:solidFill>
                <a:latin typeface="Segoe UI"/>
              </a:rPr>
              <a:t>nos</a:t>
            </a:r>
            <a:r>
              <a:rPr sz="1050" b="0" i="1" dirty="0">
                <a:solidFill>
                  <a:srgbClr val="FFE6DA"/>
                </a:solidFill>
                <a:latin typeface="Segoe UI"/>
              </a:rPr>
              <a:t> al </a:t>
            </a:r>
            <a:r>
              <a:rPr sz="1050" b="0" i="1" dirty="0" err="1">
                <a:solidFill>
                  <a:srgbClr val="FFE6DA"/>
                </a:solidFill>
                <a:latin typeface="Segoe UI"/>
              </a:rPr>
              <a:t>instante</a:t>
            </a:r>
            <a:endParaRPr sz="1050" b="0" i="1" dirty="0">
              <a:solidFill>
                <a:srgbClr val="FFE6DA"/>
              </a:solidFill>
              <a:latin typeface="Segoe UI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310896" y="606247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54864" dist="27432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-1-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164" y="6155740"/>
            <a:ext cx="362102" cy="36210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69264" y="6135624"/>
            <a:ext cx="20909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50">
                <a:solidFill>
                  <a:srgbClr val="FAB005"/>
                </a:solidFill>
                <a:latin typeface="Rubik"/>
              </a:rPr>
              <a:t>SEGUINOS EN FACEBOOK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" y="6373368"/>
            <a:ext cx="2090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Rubik"/>
              </a:rPr>
              <a:t>Caluco Express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" y="7040880"/>
            <a:ext cx="2731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FFD9C8"/>
                </a:solidFill>
                <a:latin typeface="Segoe UI"/>
              </a:rPr>
              <a:t>Caluco · Sonsonate · El Salvador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352800" y="0"/>
            <a:ext cx="0" cy="7772400"/>
          </a:xfrm>
          <a:prstGeom prst="bentConnector3">
            <a:avLst/>
          </a:prstGeom>
          <a:ln w="6350">
            <a:solidFill>
              <a:srgbClr val="CFCFC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705600" y="0"/>
            <a:ext cx="0" cy="7772400"/>
          </a:xfrm>
          <a:prstGeom prst="bentConnector3">
            <a:avLst/>
          </a:prstGeom>
          <a:ln w="6350">
            <a:solidFill>
              <a:srgbClr val="CFCFC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Picture 53" descr="image-1-1.png">
            <a:extLst>
              <a:ext uri="{FF2B5EF4-FFF2-40B4-BE49-F238E27FC236}">
                <a16:creationId xmlns:a16="http://schemas.microsoft.com/office/drawing/2014/main" id="{FC144ACF-09DC-6C6A-E54A-F108432300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2222" y="4375948"/>
            <a:ext cx="496701" cy="496701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0477EAB6-6B10-F7E7-8C61-7DADF098B59D}"/>
              </a:ext>
            </a:extLst>
          </p:cNvPr>
          <p:cNvSpPr txBox="1"/>
          <p:nvPr/>
        </p:nvSpPr>
        <p:spPr>
          <a:xfrm>
            <a:off x="7117080" y="7040880"/>
            <a:ext cx="2977377" cy="4344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spc="30" dirty="0">
                <a:latin typeface="Rubik"/>
              </a:rPr>
              <a:t>LO PEDÍS, LO LLEVAMOS.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spc="40" dirty="0">
                <a:latin typeface="Segoe UI"/>
              </a:rPr>
              <a:t>Delivery · </a:t>
            </a:r>
            <a:r>
              <a:rPr sz="1000" b="0" i="0" spc="40" dirty="0" err="1">
                <a:latin typeface="Segoe UI"/>
              </a:rPr>
              <a:t>Mandados</a:t>
            </a:r>
            <a:r>
              <a:rPr sz="1000" b="0" i="0" spc="40" dirty="0">
                <a:latin typeface="Segoe UI"/>
              </a:rPr>
              <a:t> · Transporte </a:t>
            </a:r>
            <a:r>
              <a:rPr sz="1000" b="0" i="0" spc="40" dirty="0" err="1">
                <a:latin typeface="Segoe UI"/>
              </a:rPr>
              <a:t>en</a:t>
            </a:r>
            <a:r>
              <a:rPr sz="1000" b="0" i="0" spc="40" dirty="0">
                <a:latin typeface="Segoe UI"/>
              </a:rPr>
              <a:t> Caluco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1078992"/>
          </a:xfrm>
          <a:prstGeom prst="rect">
            <a:avLst/>
          </a:prstGeom>
          <a:gradFill rotWithShape="1">
            <a:gsLst>
              <a:gs pos="0">
                <a:srgbClr val="2C2022"/>
              </a:gs>
              <a:gs pos="100000">
                <a:srgbClr val="12121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0058400" cy="64008"/>
          </a:xfrm>
          <a:prstGeom prst="rect">
            <a:avLst/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05466" y="73151"/>
            <a:ext cx="1383626" cy="9326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82296" dist="41148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-1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94" y="182879"/>
            <a:ext cx="1164170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69150" y="235659"/>
            <a:ext cx="2977377" cy="4344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spc="30" dirty="0">
                <a:solidFill>
                  <a:srgbClr val="FFFFFF"/>
                </a:solidFill>
                <a:latin typeface="Rubik"/>
              </a:rPr>
              <a:t>LO PEDÍS, LO LLEVAMOS.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spc="40" dirty="0">
                <a:solidFill>
                  <a:srgbClr val="FAB005"/>
                </a:solidFill>
                <a:latin typeface="Segoe UI"/>
              </a:rPr>
              <a:t>Delivery · </a:t>
            </a:r>
            <a:r>
              <a:rPr sz="1000" b="0" i="0" spc="40" dirty="0" err="1">
                <a:solidFill>
                  <a:srgbClr val="FAB005"/>
                </a:solidFill>
                <a:latin typeface="Segoe UI"/>
              </a:rPr>
              <a:t>Mandados</a:t>
            </a:r>
            <a:r>
              <a:rPr sz="1000" b="0" i="0" spc="40" dirty="0">
                <a:solidFill>
                  <a:srgbClr val="FAB005"/>
                </a:solidFill>
                <a:latin typeface="Segoe UI"/>
              </a:rPr>
              <a:t> · Transporte </a:t>
            </a:r>
            <a:r>
              <a:rPr sz="1000" b="0" i="0" spc="40" dirty="0" err="1">
                <a:solidFill>
                  <a:srgbClr val="FAB005"/>
                </a:solidFill>
                <a:latin typeface="Segoe UI"/>
              </a:rPr>
              <a:t>en</a:t>
            </a:r>
            <a:r>
              <a:rPr sz="1000" b="0" i="0" spc="40" dirty="0">
                <a:solidFill>
                  <a:srgbClr val="FAB005"/>
                </a:solidFill>
                <a:latin typeface="Segoe UI"/>
              </a:rPr>
              <a:t> Caluco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444752"/>
            <a:ext cx="26944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spc="30">
                <a:solidFill>
                  <a:srgbClr val="E21B22"/>
                </a:solidFill>
                <a:latin typeface="Rubik"/>
              </a:rPr>
              <a:t>NUESTROS SERVICIOS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828800"/>
            <a:ext cx="640080" cy="54864"/>
          </a:xfrm>
          <a:prstGeom prst="rect">
            <a:avLst/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9184" y="2084832"/>
            <a:ext cx="2694431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82296" dist="41148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5488" y="2286000"/>
            <a:ext cx="658368" cy="658368"/>
          </a:xfrm>
          <a:prstGeom prst="ellipse">
            <a:avLst/>
          </a:prstGeom>
          <a:solidFill>
            <a:srgbClr val="E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-1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50592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98448" y="2331720"/>
            <a:ext cx="1578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1417"/>
                </a:solidFill>
                <a:latin typeface="Rubik"/>
              </a:rPr>
              <a:t>Delivery de comida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660904"/>
            <a:ext cx="15788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8686E"/>
                </a:solidFill>
                <a:latin typeface="Segoe UI"/>
              </a:rPr>
              <a:t>Pedí tu comida favorita a domicilio.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" y="3310128"/>
            <a:ext cx="2694431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82296" dist="41148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75488" y="3511296"/>
            <a:ext cx="658368" cy="658368"/>
          </a:xfrm>
          <a:prstGeom prst="ellipse">
            <a:avLst/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-1-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75888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3557016"/>
            <a:ext cx="1578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1417"/>
                </a:solidFill>
                <a:latin typeface="Rubik"/>
              </a:rPr>
              <a:t>Compras de súper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886200"/>
            <a:ext cx="15788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8686E"/>
                </a:solidFill>
                <a:latin typeface="Segoe UI"/>
              </a:rPr>
              <a:t>Hacemos las compras por vos.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" y="4535424"/>
            <a:ext cx="2694431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82296" dist="41148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5488" y="4736592"/>
            <a:ext cx="658368" cy="658368"/>
          </a:xfrm>
          <a:prstGeom prst="ellipse">
            <a:avLst/>
          </a:prstGeom>
          <a:solidFill>
            <a:srgbClr val="E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-1-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901184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98448" y="4782312"/>
            <a:ext cx="1578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1417"/>
                </a:solidFill>
                <a:latin typeface="Rubik"/>
              </a:rPr>
              <a:t>Mandados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111496"/>
            <a:ext cx="15788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8686E"/>
                </a:solidFill>
                <a:latin typeface="Segoe UI"/>
              </a:rPr>
              <a:t>Trámites y diligencias rápidas.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" y="5760720"/>
            <a:ext cx="2694431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82296" dist="41148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75488" y="5961888"/>
            <a:ext cx="658368" cy="658368"/>
          </a:xfrm>
          <a:prstGeom prst="ellipse">
            <a:avLst/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-1-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126480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98448" y="6007608"/>
            <a:ext cx="1578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1417"/>
                </a:solidFill>
                <a:latin typeface="Rubik"/>
              </a:rPr>
              <a:t>Transporte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6336792"/>
            <a:ext cx="15788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8686E"/>
                </a:solidFill>
                <a:latin typeface="Segoe UI"/>
              </a:rPr>
              <a:t>Te llevamos a donde necesités.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1983" y="1444752"/>
            <a:ext cx="26944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spc="30">
                <a:solidFill>
                  <a:srgbClr val="E21B22"/>
                </a:solidFill>
                <a:latin typeface="Rubik"/>
              </a:rPr>
              <a:t>¿CÓMO FUNCIONA?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81983" y="1828800"/>
            <a:ext cx="640080" cy="54864"/>
          </a:xfrm>
          <a:prstGeom prst="rect">
            <a:avLst/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81983" y="1956816"/>
            <a:ext cx="26944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8686E"/>
                </a:solidFill>
                <a:latin typeface="Segoe UI"/>
              </a:rPr>
              <a:t>Así de fácil se ve en tu WhatsApp: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94734" y="2480000"/>
            <a:ext cx="901445" cy="18595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82296" dist="41148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p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8737" y="2504003"/>
            <a:ext cx="853439" cy="1811589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3553587" y="2420564"/>
            <a:ext cx="310896" cy="310896"/>
          </a:xfrm>
          <a:prstGeom prst="ellipse">
            <a:avLst/>
          </a:prstGeom>
          <a:solidFill>
            <a:srgbClr val="E21B22"/>
          </a:solidFill>
          <a:ln>
            <a:noFill/>
          </a:ln>
          <a:effectLst>
            <a:outerShdw blurRad="54864" dist="27432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53587" y="242056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Rubik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2481" y="4539595"/>
            <a:ext cx="8859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dirty="0" err="1">
                <a:solidFill>
                  <a:srgbClr val="141417"/>
                </a:solidFill>
                <a:latin typeface="Rubik"/>
              </a:rPr>
              <a:t>Escrib</a:t>
            </a:r>
            <a:r>
              <a:rPr lang="es-ES" sz="900" b="1" i="0" dirty="0">
                <a:solidFill>
                  <a:srgbClr val="141417"/>
                </a:solidFill>
                <a:latin typeface="Rubik"/>
              </a:rPr>
              <a:t>e</a:t>
            </a:r>
            <a:r>
              <a:rPr sz="900" b="1" i="0" dirty="0">
                <a:solidFill>
                  <a:srgbClr val="141417"/>
                </a:solidFill>
                <a:latin typeface="Rubik"/>
              </a:rPr>
              <a:t> «Hola»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8476" y="2480000"/>
            <a:ext cx="901445" cy="18595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82296" dist="41148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p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2479" y="2504003"/>
            <a:ext cx="853439" cy="1811589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4537329" y="2420564"/>
            <a:ext cx="310896" cy="310896"/>
          </a:xfrm>
          <a:prstGeom prst="ellipse">
            <a:avLst/>
          </a:prstGeom>
          <a:solidFill>
            <a:srgbClr val="FAB005"/>
          </a:solidFill>
          <a:ln>
            <a:noFill/>
          </a:ln>
          <a:effectLst>
            <a:outerShdw blurRad="54864" dist="27432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37329" y="242056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Rubik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6223" y="4539595"/>
            <a:ext cx="88595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dirty="0">
                <a:solidFill>
                  <a:srgbClr val="141417"/>
                </a:solidFill>
                <a:latin typeface="Rubik"/>
              </a:rPr>
              <a:t>El</a:t>
            </a:r>
            <a:r>
              <a:rPr lang="es-ES" sz="900" b="1" i="0" dirty="0" err="1">
                <a:solidFill>
                  <a:srgbClr val="141417"/>
                </a:solidFill>
                <a:latin typeface="Rubik"/>
              </a:rPr>
              <a:t>ige</a:t>
            </a:r>
            <a:r>
              <a:rPr sz="900" b="1" i="0" dirty="0">
                <a:solidFill>
                  <a:srgbClr val="141417"/>
                </a:solidFill>
                <a:latin typeface="Rubik"/>
              </a:rPr>
              <a:t> </a:t>
            </a:r>
            <a:r>
              <a:rPr sz="900" b="1" i="0" dirty="0" err="1">
                <a:solidFill>
                  <a:srgbClr val="141417"/>
                </a:solidFill>
                <a:latin typeface="Rubik"/>
              </a:rPr>
              <a:t>el</a:t>
            </a:r>
            <a:r>
              <a:rPr sz="900" b="1" i="0" dirty="0">
                <a:solidFill>
                  <a:srgbClr val="141417"/>
                </a:solidFill>
                <a:latin typeface="Rubik"/>
              </a:rPr>
              <a:t> </a:t>
            </a:r>
            <a:r>
              <a:rPr sz="900" b="1" i="0" dirty="0" err="1">
                <a:solidFill>
                  <a:srgbClr val="141417"/>
                </a:solidFill>
                <a:latin typeface="Rubik"/>
              </a:rPr>
              <a:t>servicio</a:t>
            </a:r>
            <a:endParaRPr sz="900" b="1" i="0" dirty="0">
              <a:solidFill>
                <a:srgbClr val="141417"/>
              </a:solidFill>
              <a:latin typeface="Rubik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562218" y="2480000"/>
            <a:ext cx="901445" cy="18595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82296" dist="41148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p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6221" y="2504003"/>
            <a:ext cx="853439" cy="1811589"/>
          </a:xfrm>
          <a:prstGeom prst="rect">
            <a:avLst/>
          </a:prstGeom>
        </p:spPr>
      </p:pic>
      <p:sp>
        <p:nvSpPr>
          <p:cNvPr id="45" name="Oval 44"/>
          <p:cNvSpPr/>
          <p:nvPr/>
        </p:nvSpPr>
        <p:spPr>
          <a:xfrm>
            <a:off x="5521071" y="2420564"/>
            <a:ext cx="310896" cy="310896"/>
          </a:xfrm>
          <a:prstGeom prst="ellipse">
            <a:avLst/>
          </a:prstGeom>
          <a:solidFill>
            <a:srgbClr val="E21B22"/>
          </a:solidFill>
          <a:ln>
            <a:noFill/>
          </a:ln>
          <a:effectLst>
            <a:outerShdw blurRad="54864" dist="27432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21071" y="242056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Rubik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69965" y="4539595"/>
            <a:ext cx="8859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41417"/>
                </a:solidFill>
                <a:latin typeface="Rubik"/>
              </a:rPr>
              <a:t>¡Listo, te contactamos!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81983" y="5446795"/>
            <a:ext cx="2694431" cy="750000"/>
          </a:xfrm>
          <a:prstGeom prst="roundRect">
            <a:avLst>
              <a:gd name="adj" fmla="val 30000"/>
            </a:avLst>
          </a:prstGeom>
          <a:solidFill>
            <a:srgbClr val="14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81983" y="5446795"/>
            <a:ext cx="2694431" cy="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Pedí a cualquier hora — </a:t>
            </a:r>
            <a:r>
              <a:rPr sz="1100" b="1" i="0">
                <a:solidFill>
                  <a:srgbClr val="FAB005"/>
                </a:solidFill>
                <a:latin typeface="Rubik"/>
              </a:rPr>
              <a:t>estamos 24/7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81983" y="6596795"/>
            <a:ext cx="26944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8686E"/>
                </a:solidFill>
                <a:latin typeface="Segoe UI"/>
              </a:rPr>
              <a:t>Sin apps ni registros — solo WhatsApp.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34784" y="1444752"/>
            <a:ext cx="26944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spc="30">
                <a:solidFill>
                  <a:srgbClr val="E21B22"/>
                </a:solidFill>
                <a:latin typeface="Rubik"/>
              </a:rPr>
              <a:t>¿POR QUÉ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spc="30">
                <a:solidFill>
                  <a:srgbClr val="E21B22"/>
                </a:solidFill>
                <a:latin typeface="Rubik"/>
              </a:rPr>
              <a:t>ELEGIRNOS?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34784" y="2231136"/>
            <a:ext cx="640080" cy="54864"/>
          </a:xfrm>
          <a:prstGeom prst="rect">
            <a:avLst/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7034784" y="2450592"/>
            <a:ext cx="457200" cy="457200"/>
          </a:xfrm>
          <a:prstGeom prst="ellipse">
            <a:avLst/>
          </a:prstGeom>
          <a:solidFill>
            <a:srgbClr val="F7F5F1"/>
          </a:solidFill>
          <a:ln w="19050">
            <a:solidFill>
              <a:srgbClr val="FAB0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034784" y="243230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41417"/>
                </a:solidFill>
                <a:latin typeface="Segoe UI"/>
              </a:rPr>
              <a:t>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56576" y="2432304"/>
            <a:ext cx="205435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1417"/>
                </a:solidFill>
                <a:latin typeface="Rubik"/>
              </a:rPr>
              <a:t>Rápidos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56576" y="2724912"/>
            <a:ext cx="20543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68686E"/>
                </a:solidFill>
                <a:latin typeface="Segoe UI"/>
              </a:rPr>
              <a:t>Salimos apenas confirmás tu pedido.</a:t>
            </a:r>
          </a:p>
        </p:txBody>
      </p:sp>
      <p:sp>
        <p:nvSpPr>
          <p:cNvPr id="57" name="Oval 56"/>
          <p:cNvSpPr/>
          <p:nvPr/>
        </p:nvSpPr>
        <p:spPr>
          <a:xfrm>
            <a:off x="7034784" y="3236976"/>
            <a:ext cx="457200" cy="457200"/>
          </a:xfrm>
          <a:prstGeom prst="ellipse">
            <a:avLst/>
          </a:prstGeom>
          <a:solidFill>
            <a:srgbClr val="F7F5F1"/>
          </a:solidFill>
          <a:ln w="19050">
            <a:solidFill>
              <a:srgbClr val="FAB0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34784" y="32186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41417"/>
                </a:solidFill>
                <a:latin typeface="Segoe UI"/>
              </a:rPr>
              <a:t>🛡️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56576" y="3218688"/>
            <a:ext cx="205435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1417"/>
                </a:solidFill>
                <a:latin typeface="Rubik"/>
              </a:rPr>
              <a:t>Seguros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56576" y="3511296"/>
            <a:ext cx="20543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68686E"/>
                </a:solidFill>
                <a:latin typeface="Segoe UI"/>
              </a:rPr>
              <a:t>Tu paquete es nuestra responsabilidad.</a:t>
            </a:r>
          </a:p>
        </p:txBody>
      </p:sp>
      <p:sp>
        <p:nvSpPr>
          <p:cNvPr id="61" name="Oval 60"/>
          <p:cNvSpPr/>
          <p:nvPr/>
        </p:nvSpPr>
        <p:spPr>
          <a:xfrm>
            <a:off x="7034784" y="4023360"/>
            <a:ext cx="457200" cy="457200"/>
          </a:xfrm>
          <a:prstGeom prst="ellipse">
            <a:avLst/>
          </a:prstGeom>
          <a:solidFill>
            <a:srgbClr val="F7F5F1"/>
          </a:solidFill>
          <a:ln w="19050">
            <a:solidFill>
              <a:srgbClr val="FAB0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034784" y="40050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41417"/>
                </a:solidFill>
                <a:latin typeface="Segoe UI"/>
              </a:rPr>
              <a:t>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56576" y="4005072"/>
            <a:ext cx="205435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1417"/>
                </a:solidFill>
                <a:latin typeface="Rubik"/>
              </a:rPr>
              <a:t>24 / 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56576" y="4297680"/>
            <a:ext cx="20543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68686E"/>
                </a:solidFill>
                <a:latin typeface="Segoe UI"/>
              </a:rPr>
              <a:t>Disponibles todos los días del año.</a:t>
            </a:r>
          </a:p>
        </p:txBody>
      </p:sp>
      <p:sp>
        <p:nvSpPr>
          <p:cNvPr id="65" name="Oval 64"/>
          <p:cNvSpPr/>
          <p:nvPr/>
        </p:nvSpPr>
        <p:spPr>
          <a:xfrm>
            <a:off x="7034784" y="4809744"/>
            <a:ext cx="457200" cy="457200"/>
          </a:xfrm>
          <a:prstGeom prst="ellipse">
            <a:avLst/>
          </a:prstGeom>
          <a:solidFill>
            <a:srgbClr val="F7F5F1"/>
          </a:solidFill>
          <a:ln w="19050">
            <a:solidFill>
              <a:srgbClr val="FAB0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034784" y="47914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41417"/>
                </a:solidFill>
                <a:latin typeface="Segoe UI"/>
              </a:rPr>
              <a:t>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56576" y="4791456"/>
            <a:ext cx="205435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1417"/>
                </a:solidFill>
                <a:latin typeface="Rubik"/>
              </a:rPr>
              <a:t>Locales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56576" y="5084064"/>
            <a:ext cx="20543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68686E"/>
                </a:solidFill>
                <a:latin typeface="Segoe UI"/>
              </a:rPr>
              <a:t>Conocemos Caluco como nadie.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034784" y="5742432"/>
            <a:ext cx="2694431" cy="16916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E21B22"/>
              </a:gs>
              <a:gs pos="100000">
                <a:srgbClr val="A81218"/>
              </a:gs>
            </a:gsLst>
            <a:lin ang="14700000" scaled="0"/>
          </a:gradFill>
          <a:ln>
            <a:noFill/>
          </a:ln>
          <a:effectLst>
            <a:outerShdw blurRad="82296" dist="41148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034784" y="5925312"/>
            <a:ext cx="26944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 spc="30">
                <a:solidFill>
                  <a:srgbClr val="FFFFFF"/>
                </a:solidFill>
                <a:latin typeface="Rubik"/>
              </a:rPr>
              <a:t>¿LISTO PARA PEDIR?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34784" y="6291072"/>
            <a:ext cx="26944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 dirty="0" err="1">
                <a:solidFill>
                  <a:srgbClr val="FFDDCF"/>
                </a:solidFill>
                <a:latin typeface="Segoe UI"/>
              </a:rPr>
              <a:t>Escribinos</a:t>
            </a:r>
            <a:r>
              <a:rPr sz="1100" b="0" i="1" dirty="0">
                <a:solidFill>
                  <a:srgbClr val="FFDDCF"/>
                </a:solidFill>
                <a:latin typeface="Segoe UI"/>
              </a:rPr>
              <a:t> hoy </a:t>
            </a:r>
            <a:r>
              <a:rPr sz="1100" b="0" i="1" dirty="0" err="1">
                <a:solidFill>
                  <a:srgbClr val="FFDDCF"/>
                </a:solidFill>
                <a:latin typeface="Segoe UI"/>
              </a:rPr>
              <a:t>mismo</a:t>
            </a:r>
            <a:endParaRPr sz="1100" b="0" i="1" dirty="0">
              <a:solidFill>
                <a:srgbClr val="FFDDCF"/>
              </a:solidFill>
              <a:latin typeface="Segoe UI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7309104" y="6702552"/>
            <a:ext cx="2145791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857744" y="6702552"/>
            <a:ext cx="155143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1417"/>
                </a:solidFill>
                <a:latin typeface="Rubik"/>
              </a:rPr>
              <a:t>+503 7718-1930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3352800" y="0"/>
            <a:ext cx="0" cy="7772400"/>
          </a:xfrm>
          <a:prstGeom prst="bentConnector3">
            <a:avLst/>
          </a:prstGeom>
          <a:ln w="6350">
            <a:solidFill>
              <a:srgbClr val="CFCFC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705600" y="0"/>
            <a:ext cx="0" cy="7772400"/>
          </a:xfrm>
          <a:prstGeom prst="bentConnector3">
            <a:avLst/>
          </a:prstGeom>
          <a:ln w="6350">
            <a:solidFill>
              <a:srgbClr val="CFCFC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8" name="Picture 77" descr="image-1-1.png">
            <a:extLst>
              <a:ext uri="{FF2B5EF4-FFF2-40B4-BE49-F238E27FC236}">
                <a16:creationId xmlns:a16="http://schemas.microsoft.com/office/drawing/2014/main" id="{9E056817-08BE-38E5-631F-C1C7CB6836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3772" y="6760525"/>
            <a:ext cx="432694" cy="432694"/>
          </a:xfrm>
          <a:prstGeom prst="rect">
            <a:avLst/>
          </a:prstGeom>
        </p:spPr>
      </p:pic>
      <p:sp>
        <p:nvSpPr>
          <p:cNvPr id="79" name="Oval 78">
            <a:extLst>
              <a:ext uri="{FF2B5EF4-FFF2-40B4-BE49-F238E27FC236}">
                <a16:creationId xmlns:a16="http://schemas.microsoft.com/office/drawing/2014/main" id="{88E781B0-0FE6-F099-8B7B-F4E62809A96D}"/>
              </a:ext>
            </a:extLst>
          </p:cNvPr>
          <p:cNvSpPr/>
          <p:nvPr/>
        </p:nvSpPr>
        <p:spPr>
          <a:xfrm>
            <a:off x="-1694624" y="6856702"/>
            <a:ext cx="3108960" cy="3108960"/>
          </a:xfrm>
          <a:prstGeom prst="ellipse">
            <a:avLst/>
          </a:prstGeom>
          <a:solidFill>
            <a:srgbClr val="E715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279</Words>
  <Application>Microsoft Office PowerPoint</Application>
  <PresentationFormat>Custom</PresentationFormat>
  <Paragraphs>65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Rubik</vt:lpstr>
      <vt:lpstr>Segoe UI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 Guzmán</cp:lastModifiedBy>
  <cp:revision>2</cp:revision>
  <cp:lastPrinted>2026-06-20T11:31:11Z</cp:lastPrinted>
  <dcterms:created xsi:type="dcterms:W3CDTF">2013-01-27T09:14:16Z</dcterms:created>
  <dcterms:modified xsi:type="dcterms:W3CDTF">2026-06-20T11:32:59Z</dcterms:modified>
  <cp:category/>
</cp:coreProperties>
</file>