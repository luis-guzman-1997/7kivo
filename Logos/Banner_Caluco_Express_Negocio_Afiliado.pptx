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21945600"/>
          </a:xfrm>
          <a:prstGeom prst="rect">
            <a:avLst/>
          </a:prstGeom>
          <a:gradFill rotWithShape="1">
            <a:gsLst>
              <a:gs pos="0">
                <a:srgbClr val="2C2022"/>
              </a:gs>
              <a:gs pos="100000">
                <a:srgbClr val="121214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88800" y="-5486400"/>
            <a:ext cx="12801600" cy="12801600"/>
          </a:xfrm>
          <a:prstGeom prst="ellipse">
            <a:avLst/>
          </a:prstGeom>
          <a:solidFill>
            <a:srgbClr val="52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918400" cy="256032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689568"/>
            <a:ext cx="32918400" cy="256032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058400" cy="17739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4846320"/>
            <a:ext cx="8961120" cy="55682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89120" y="11054668"/>
            <a:ext cx="2926080" cy="64008"/>
          </a:xfrm>
          <a:prstGeom prst="rect">
            <a:avLst/>
          </a:prstGeom>
          <a:solidFill>
            <a:srgbClr val="FAB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1511868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 spc="40">
                <a:solidFill>
                  <a:srgbClr val="E21B22"/>
                </a:solidFill>
                <a:latin typeface="Arial"/>
              </a:rPr>
              <a:t>DELIVERY  -  MANDADOS  -  TRANSPORTE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426268"/>
            <a:ext cx="93268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 spc="30">
                <a:solidFill>
                  <a:srgbClr val="141417"/>
                </a:solidFill>
                <a:latin typeface="Arial"/>
              </a:rPr>
              <a:t>EN CALUCO Y ALREDEDORES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465039"/>
            <a:ext cx="93268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68686E"/>
                </a:solidFill>
                <a:latin typeface="Arial"/>
              </a:rPr>
              <a:t>Negocio afiliado a la red</a:t>
            </a:r>
          </a:p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68686E"/>
                </a:solidFill>
                <a:latin typeface="Arial"/>
              </a:rPr>
              <a:t>de delivery de Caluco Express.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2834640"/>
            <a:ext cx="113385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0" b="1" i="0" spc="50">
                <a:solidFill>
                  <a:srgbClr val="FFFFFF"/>
                </a:solidFill>
                <a:latin typeface="Arial"/>
              </a:rPr>
              <a:t>ESTE NEGOCIO ES PARTE 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4297680"/>
            <a:ext cx="11338560" cy="5852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0" b="1" i="0">
                <a:solidFill>
                  <a:srgbClr val="E21B22"/>
                </a:solidFill>
                <a:latin typeface="Arial"/>
              </a:rPr>
              <a:t>CALUCO</a:t>
            </a:r>
          </a:p>
          <a:p>
            <a:pPr algn="ctr">
              <a:lnSpc>
                <a:spcPct val="95000"/>
              </a:lnSpc>
            </a:pPr>
            <a:r>
              <a:rPr sz="15000" b="1" i="0">
                <a:solidFill>
                  <a:srgbClr val="E21B22"/>
                </a:solidFill>
                <a:latin typeface="Arial"/>
              </a:rPr>
              <a:t>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10561320"/>
            <a:ext cx="113385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1">
                <a:solidFill>
                  <a:srgbClr val="FAB005"/>
                </a:solidFill>
                <a:latin typeface="Arial"/>
              </a:rPr>
              <a:t>“Lo pedís, lo llevamos.”</a:t>
            </a:r>
          </a:p>
        </p:txBody>
      </p:sp>
      <p:pic>
        <p:nvPicPr>
          <p:cNvPr id="15" name="Picture 14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0" y="12252960"/>
            <a:ext cx="9875520" cy="6583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47120" y="19110960"/>
            <a:ext cx="113385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 i="1">
                <a:solidFill>
                  <a:srgbClr val="CFCFCF"/>
                </a:solidFill>
                <a:latin typeface="Arial"/>
              </a:rPr>
              <a:t>Pedí con confianza: lo respalda Caluco Express.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134320" y="2103120"/>
            <a:ext cx="8595360" cy="17739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00080" y="2743200"/>
            <a:ext cx="7863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 spc="30">
                <a:solidFill>
                  <a:srgbClr val="E21B22"/>
                </a:solidFill>
                <a:latin typeface="Arial"/>
              </a:rPr>
              <a:t>ESCRIBINOS POR WHATSAPP</a:t>
            </a:r>
          </a:p>
        </p:txBody>
      </p:sp>
      <p:pic>
        <p:nvPicPr>
          <p:cNvPr id="19" name="Picture 18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0" y="4023360"/>
            <a:ext cx="6217920" cy="6217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500080" y="10515600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68686E"/>
                </a:solidFill>
                <a:latin typeface="Arial"/>
              </a:rPr>
              <a:t>Escaneá y escribinos al instante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865840" y="11612880"/>
            <a:ext cx="7132320" cy="1828800"/>
          </a:xfrm>
          <a:prstGeom prst="roundRect">
            <a:avLst>
              <a:gd name="adj" fmla="val 50000"/>
            </a:avLst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185880" y="11932919"/>
            <a:ext cx="1188720" cy="11887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hatsapp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68760" y="12115799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603200" y="11612880"/>
            <a:ext cx="5212079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+503 7718-1930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00080" y="14173200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 spc="30">
                <a:solidFill>
                  <a:srgbClr val="E21B22"/>
                </a:solidFill>
                <a:latin typeface="Arial"/>
              </a:rPr>
              <a:t>SEGUINOS EN FACEBOOK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00080" y="14859000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41417"/>
                </a:solidFill>
                <a:latin typeface="Arial"/>
              </a:rPr>
              <a:t>Caluco Express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0" y="18653760"/>
            <a:ext cx="7863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68686E"/>
                </a:solidFill>
                <a:latin typeface="Arial"/>
              </a:rPr>
              <a:t>Caluco - Sonsonate - El Salvador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